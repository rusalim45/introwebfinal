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18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0D1F3C"/>
          </a:solidFill>
          <a:ln w="254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SecureShop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Marketplace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&amp; Intro to Web — Final Project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Rustam Alimov  ·  AUCA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1645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visit dozens of vendor websites to compare security tools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234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transparency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hidden behind trials and paywalls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1645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habits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have no tool to generate or evaluate strong passwords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marketplace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trusted place to buy cybersecurity software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SecureShop is a full-featured cybersecurity e-commerce platform built on Orchard Core CMS. It aggregates premium security software in one place with transparent pricing, ratings, and a secure checkout flow.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with filters, search &amp; sort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4023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9202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40680" y="1965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&amp; user profiles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971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shopping cart with localStorage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023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260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0680" y="2971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payment flow with card 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4023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977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 password generator (NIST SP 800-63B)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931920"/>
            <a:ext cx="40233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9319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3977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analysis &amp; crack time estimation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005840"/>
            <a:ext cx="4572000" cy="685800"/>
          </a:xfrm>
          <a:prstGeom prst="rect">
            <a:avLst/>
          </a:prstGeom>
          <a:solidFill>
            <a:srgbClr val="0D1F3C"/>
          </a:solidFill>
          <a:ln w="19050">
            <a:solidFill>
              <a:srgbClr val="00F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005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|  HTML · CSS · Vanilla JS · localStorage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69164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783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HTTP/HTTPS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965960"/>
            <a:ext cx="6949440" cy="1371600"/>
          </a:xfrm>
          <a:prstGeom prst="rect">
            <a:avLst/>
          </a:prstGeom>
          <a:solidFill>
            <a:srgbClr val="0D1F3C"/>
          </a:solidFill>
          <a:ln w="19050">
            <a:solidFill>
              <a:srgbClr val="00C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Core 2.1  (ASP.NET Core 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4440" y="2377440"/>
            <a:ext cx="21031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377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Templates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377440"/>
            <a:ext cx="21031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377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(Auth)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2377440"/>
            <a:ext cx="21031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377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34440" y="2834640"/>
            <a:ext cx="21031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8346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Auth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834640"/>
            <a:ext cx="21031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8346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Library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2834640"/>
            <a:ext cx="21031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8346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AutoRoute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33756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611880"/>
            <a:ext cx="4572000" cy="685800"/>
          </a:xfrm>
          <a:prstGeom prst="rect">
            <a:avLst/>
          </a:prstGeom>
          <a:solidFill>
            <a:srgbClr val="0D1F3C"/>
          </a:solidFill>
          <a:ln w="19050">
            <a:solidFill>
              <a:srgbClr val="4A6A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0" y="36118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 |  Content · Users · Media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github.com/rusalim45/InfoSecFinal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60320" y="1051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Core 2.1.0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490472"/>
            <a:ext cx="8412480" cy="365760"/>
          </a:xfrm>
          <a:prstGeom prst="rect">
            <a:avLst/>
          </a:prstGeom>
          <a:solidFill>
            <a:srgbClr val="0915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90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14904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/ C#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84124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29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19293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8412480" cy="365760"/>
          </a:xfrm>
          <a:prstGeom prst="rect">
            <a:avLst/>
          </a:prstGeom>
          <a:solidFill>
            <a:srgbClr val="0915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68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2368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+ Razor (.cshtml)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807208"/>
            <a:ext cx="84124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0320" y="2807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CSS3 (no frameworks)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solidFill>
            <a:srgbClr val="0915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60320" y="3246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(Google Fonts)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685032"/>
            <a:ext cx="84124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60320" y="3685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OrchardCore.Users + Identity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123944"/>
            <a:ext cx="8412480" cy="365760"/>
          </a:xfrm>
          <a:prstGeom prst="rect">
            <a:avLst/>
          </a:prstGeom>
          <a:solidFill>
            <a:srgbClr val="0915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60320" y="41239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window.crypto.getRandomValues() — CSPRNG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562856"/>
            <a:ext cx="8412480" cy="36576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62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60320" y="4562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(cart · avatar)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0D1F3C"/>
          </a:solidFill>
          <a:ln w="19050">
            <a:solidFill>
              <a:srgbClr val="00F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Generator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 via window.crypto.getRandomValues()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H = L × log₂(N)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&lt; 40 bits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40–59 bits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≥ 60 bits (NIST SP 800-63B)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time at 1T guesses/sec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Charset: uppercase, lowercase,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symbols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0D1F3C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via OrchardCore.Users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Anti-forgery token on all POST requests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 hashing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Me with secure cookie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 for Checkout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840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/Login?ReturnUrl=/cart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 with avatar (localStorage)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&amp;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188720" y="1051560"/>
            <a:ext cx="36576" cy="10972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4904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featured products fetched from Shop via JS, stats, CTA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515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577840" y="1051560"/>
            <a:ext cx="36576" cy="10972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4904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 with category filters, search, and price/rating sort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0233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37744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188720" y="2377440"/>
            <a:ext cx="36576" cy="10972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8163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page: image, rating, features list, discount badge, Add to Cart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37744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577840" y="2377440"/>
            <a:ext cx="36576" cy="10972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28163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cart with qty controls, Order Summary, Checkout modal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70332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1188720" y="3703320"/>
            <a:ext cx="36576" cy="10972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4142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 password gen + entropy bar + password analyzer with crack 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370332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5577840" y="3703320"/>
            <a:ext cx="36576" cy="1097280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15000" y="41422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with avatar upload, My Cart, Purchases, Security links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713232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Orchard Core CMS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content management, routing, auth — no need to build from scratch. ListPart enables parent-child content relationships (ShopPage → Products).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56232"/>
            <a:ext cx="54864" cy="713232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Templates in Admin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037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UI customization through Design → Templates without a custom theme. Faster iteration, no recompilation needed.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60904"/>
            <a:ext cx="841248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60904"/>
            <a:ext cx="54864" cy="713232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(.cshtml) for Auth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083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Login/Register pages require server-side model binding — Liquid can't access ViewData.ModelState, so Razor was used for auth forms.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841248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65576"/>
            <a:ext cx="54864" cy="713232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11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for Cart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130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cart API needed. Cart persists across sessions, works without login. Avatar also stored as base64.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70248"/>
            <a:ext cx="841248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270248"/>
            <a:ext cx="54864" cy="713232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15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window.crypto CSPRNG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 is not cryptographically secure. Web Crypto API provides true randomness suitable for security-critical password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685800"/>
          </a:xfrm>
          <a:prstGeom prst="rect">
            <a:avLst/>
          </a:prstGeom>
          <a:solidFill>
            <a:srgbClr val="1A0D1A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Content.ContentItems unavailable in Layout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51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 JS fetch() to pull product cards from /shop page and inject into homepage grid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023360" cy="685800"/>
          </a:xfrm>
          <a:prstGeom prst="rect">
            <a:avLst/>
          </a:prstGeom>
          <a:solidFill>
            <a:srgbClr val="1A0D1A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Login/Register pages bypass Layout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Created .cshtml Razor files in Views/OrchardCore.Users/ with custom navbar &amp; footer included directly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023360" cy="685800"/>
          </a:xfrm>
          <a:prstGeom prst="rect">
            <a:avLst/>
          </a:prstGeom>
          <a:solidFill>
            <a:srgbClr val="1A0D1A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97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Logout requires POST + antiforgery token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Replaced &lt;a&gt; link with &lt;form method=post&gt; containing {% antiforgerytoken %} Liquid tag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4023360" cy="685800"/>
          </a:xfrm>
          <a:prstGeom prst="rect">
            <a:avLst/>
          </a:prstGeom>
          <a:solidFill>
            <a:srgbClr val="1A0D1A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20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Duplicate navbar on Login page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520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 CSS to fix positioning of custom ss-navbar using position:fixed and overriding Bootstrap d-flex container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4023360" cy="685800"/>
          </a:xfrm>
          <a:prstGeom prst="rect">
            <a:avLst/>
          </a:prstGeom>
          <a:solidFill>
            <a:srgbClr val="1A0D1A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43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Numeric fields use comma as decimal separator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343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Added parseFloat().replace(',','.') in all JS price calculations for sort &amp; cart total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9144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FF"/>
                </a:solidFill>
              </a:rPr>
              <a:t>Challenge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9144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EFAC"/>
                </a:solidFill>
              </a:rPr>
              <a:t>Solution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0F2FE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182880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82880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182880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82880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e-commerce platform on Orchard Core CMS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secure password generator (NIST-compliant)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auth system: register, login, profile, logout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with payment mockup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 with README &amp; setup instructions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presentation &amp; demo video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github.com/rusalim45/InfoSecFinal  ·  github.com/rusalim45/IntroWebFinal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Microsoft Office PowerPoint</Application>
  <PresentationFormat>Экран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SecureShop — Final Project</dc:title>
  <dc:subject>PptxGenJS Presentation</dc:subject>
  <dc:creator>Rustam Alimov</dc:creator>
  <cp:lastModifiedBy>Alimov  Rustam</cp:lastModifiedBy>
  <cp:revision>1</cp:revision>
  <dcterms:created xsi:type="dcterms:W3CDTF">2026-05-09T17:45:48Z</dcterms:created>
  <dcterms:modified xsi:type="dcterms:W3CDTF">2026-05-09T17:49:26Z</dcterms:modified>
</cp:coreProperties>
</file>